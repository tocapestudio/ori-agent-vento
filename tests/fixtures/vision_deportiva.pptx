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Visión deportiva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Introducción al entrenamiento visual deportivo.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Evaluación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Tiempo de reacción visual y visión periférica.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Protocolo Halcón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El protocolo Halcón para porteros de fútbol usa 4 sesiones semanales de 25 minutos con luces Fitlight.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